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0800"/>
          </a:solidFill>
          <a:ln w="12700">
            <a:solidFill>
              <a:srgbClr val="140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⚡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" y="2057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Jiff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8288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in a Jiff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1371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Meal Planning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0" y="1920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fridge to full recipe in 10 seconds.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Personalised, multilingual, India-first.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2743200"/>
            <a:ext cx="5120640" cy="1188720"/>
          </a:xfrm>
          <a:prstGeom prst="rect">
            <a:avLst/>
          </a:prstGeom>
          <a:solidFill>
            <a:srgbClr val="2A0E04"/>
          </a:solidFill>
          <a:ln w="12700">
            <a:solidFill>
              <a:srgbClr val="2A0E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8529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86200" y="3291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8072" y="28529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48072" y="3291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9944" y="28529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9944" y="3291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71816" y="28529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₹99/mo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71816" y="3291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0" y="40690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March 2026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5"/>
          </a:solidFill>
          <a:ln w="12700">
            <a:solidFill>
              <a:srgbClr val="FFFA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 billion times daily — someone asks: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should I cook tonight?"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4592" y="1463040"/>
            <a:ext cx="2834640" cy="260604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463040"/>
            <a:ext cx="2834640" cy="6400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😰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01752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Fatigue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3317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make 3–5 food decisions daily — over 1,000 per year. Most are made with zero inspiration and end in frustration or takeout.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463040"/>
            <a:ext cx="2834640" cy="260604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463040"/>
            <a:ext cx="2834640" cy="6400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🗑️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9184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3317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groceries bought are thrown away unused. Ingredients expire while people scroll recipe apps and order delivery instead.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1463040"/>
            <a:ext cx="2834640" cy="260604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463040"/>
            <a:ext cx="2834640" cy="6400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81928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Delivery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1928" y="23317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Rs.400B delivery market is full of people ordering not because they lack food — but because they don't know what to make with what they have.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4592" y="4206240"/>
            <a:ext cx="8814816" cy="594360"/>
          </a:xfrm>
          <a:prstGeom prst="rect">
            <a:avLst/>
          </a:prstGeom>
          <a:solidFill>
            <a:srgbClr val="FFE8DE"/>
          </a:solidFill>
          <a:ln w="12700">
            <a:solidFill>
              <a:srgbClr val="FFCA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27939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Replace "I don't know what to cook" with "Jiff knows" — in 10 seconds, for any fridge, any diet, any language.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5"/>
          </a:solidFill>
          <a:ln w="12700">
            <a:solidFill>
              <a:srgbClr val="FFFA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Jiff what is in your fridge. Get 5 real recipes in 10 seconds.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4592" y="1188720"/>
            <a:ext cx="2834640" cy="347472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188720"/>
            <a:ext cx="2834640" cy="47548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298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5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8952" y="12984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ingredients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🥕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01752" y="230428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autocomplete with 200+ ingredients. Snap a fridge photo. Or say it aloud with voice input.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188720"/>
            <a:ext cx="2834640" cy="347472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188720"/>
            <a:ext cx="2834640" cy="47548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98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5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49040" y="12984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91840" y="230428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full recipes matching your time, diet, cuisine, family preferences and skill level. Under 10 seconds.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44768" y="1188720"/>
            <a:ext cx="2834640" cy="347472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1188720"/>
            <a:ext cx="2834640" cy="47548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1298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5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39128" y="12984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with confidence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8192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🍳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81928" y="230428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timers, serving scaler, nutrition info, grocery list, and one-tap delivery for what you're missing.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" y="4773168"/>
            <a:ext cx="8814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jiff-ecru.vercel.app  ·  PWA  ·  Works offline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5"/>
          </a:solidFill>
          <a:ln w="12700">
            <a:solidFill>
              <a:srgbClr val="FFFA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one app — no recipe searching ever again.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64592" y="109728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43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" y="118872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recipes in 10 seconds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14630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personalised, full recipes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64408" y="1243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118872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Meal Planner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4630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plan based on your preferences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44768" y="109728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4496" y="1243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47688" y="118872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Plans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47688" y="14630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protein, weight loss, diabetic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96596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👶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" y="20574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Meals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" y="233172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for kids or kids cook themselves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54680" y="196596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64408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57600" y="20574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Photo Scan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233172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ingredient detection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44768" y="196596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54496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47688" y="20574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Translator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47688" y="233172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names → English instantly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64592" y="283464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432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👨‍👩‍👧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7512" y="292608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Mode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" y="32004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Per-member dietary preferences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54680" y="283464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64408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657600" y="292608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+ Delivery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32004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Blinkit, Zepto, Swiggy integration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44768" y="283464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54496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647688" y="292608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Dashboard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47688" y="32004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history, nutrition trends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4592" y="370332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7432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67512" y="37947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Languages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7512" y="406908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Indian + 3 global languages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54680" y="370332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264408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657600" y="37947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0" y="406908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generation via WhatsApp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44768" y="370332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254496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647688" y="37947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647688" y="406908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ads, server-side AI key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64592" y="457200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74320" y="4718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67512" y="46634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Kitchen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67512" y="49377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prasadam &amp; sacred recipes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154680" y="457200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264408" y="4718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👨‍🍳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3657600" y="46634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Mode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0" y="49377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 guided step-by-step cooking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44768" y="4572000"/>
            <a:ext cx="2834640" cy="749808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254496" y="4718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647688" y="46634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Videos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647688" y="49377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search — ranked by engagement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0800"/>
          </a:solidFill>
          <a:ln w="12700">
            <a:solidFill>
              <a:srgbClr val="140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500"/>
          </a:solidFill>
          <a:ln w="12700">
            <a:solidFill>
              <a:srgbClr val="1A0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market being disrupted by AI — and we are already inside it.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8686800" cy="914400"/>
          </a:xfrm>
          <a:prstGeom prst="rect">
            <a:avLst/>
          </a:prstGeom>
          <a:solidFill>
            <a:srgbClr val="2A0800"/>
          </a:solidFill>
          <a:ln w="12700">
            <a:solidFill>
              <a:srgbClr val="3D12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54864" cy="9144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$42B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4904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recipe &amp; meal planning app market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313432"/>
            <a:ext cx="8686800" cy="914400"/>
          </a:xfrm>
          <a:prstGeom prst="rect">
            <a:avLst/>
          </a:prstGeom>
          <a:solidFill>
            <a:srgbClr val="2A0800"/>
          </a:solidFill>
          <a:ln w="12700">
            <a:solidFill>
              <a:srgbClr val="3D12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313432"/>
            <a:ext cx="54864" cy="9144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04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$8.4B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2907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56946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+ Southeast Asia food-tech addressable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392424"/>
            <a:ext cx="8686800" cy="914400"/>
          </a:xfrm>
          <a:prstGeom prst="rect">
            <a:avLst/>
          </a:prstGeom>
          <a:solidFill>
            <a:srgbClr val="2A0800"/>
          </a:solidFill>
          <a:ln w="12700">
            <a:solidFill>
              <a:srgbClr val="3D12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392424"/>
            <a:ext cx="54864" cy="9144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838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$420M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" y="3986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364845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meal planning 2026–2028 (conservative 5%)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1.4B people · 75% smartphone penetration · ₹400B food delivery · 25% YoY growth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5"/>
          </a:solidFill>
          <a:ln w="12700">
            <a:solidFill>
              <a:srgbClr val="FFFA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built, deployed, and ready to scale.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4592" y="1097280"/>
            <a:ext cx="1389888" cy="105156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097280"/>
            <a:ext cx="54864" cy="10515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20700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01752" y="170078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version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64208" y="1097280"/>
            <a:ext cx="1389888" cy="105156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64208" y="1097280"/>
            <a:ext cx="54864" cy="10515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01368" y="120700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01368" y="170078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 passing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63824" y="1097280"/>
            <a:ext cx="1389888" cy="105156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63824" y="1097280"/>
            <a:ext cx="54864" cy="10515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0984" y="120700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00984" y="170078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pages/routes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1389888" cy="105156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97280"/>
            <a:ext cx="54864" cy="10515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0700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800600" y="170078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API fns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63056" y="1097280"/>
            <a:ext cx="1389888" cy="105156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1097280"/>
            <a:ext cx="54864" cy="10515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120700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300216" y="170078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62672" y="1097280"/>
            <a:ext cx="1389888" cy="105156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62672" y="1097280"/>
            <a:ext cx="54864" cy="10515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99832" y="120700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799832" y="170078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4592" y="2331720"/>
            <a:ext cx="8814816" cy="251460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" y="2423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 at jiff-ecru.vercel.app — deployable to custom domain immediately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2743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 Supabase auth, cloud sync, meal history, Insights, family mode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3063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Razorpay payment integration built — awaiting KYC to activate live payments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33832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Mailchimp 7-journey drip sequence (11 templates) ready to activate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" y="3703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WhatsApp bot endpoint live — connect a Meta phone number to activate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40233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Public API with key auth, rate limiting, versioning — B2B-ready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3434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Google Analytics GA4 live — measurement ID active (G-ERSLLHSXCL)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Sacred Kitchen — temple &amp; prasadam recipes across all traditions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" y="49834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Cook Mode — fullscreen step-by-step guided cooking experience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5303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Recipe video search — YouTube integration with smart ranking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" y="56235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Order food integration — Swiggy, Zomato, EatSure deep links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5"/>
          </a:solidFill>
          <a:ln w="12700">
            <a:solidFill>
              <a:srgbClr val="FFFA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revenue streams from day one.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4592" y="1097280"/>
            <a:ext cx="2834640" cy="356616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097280"/>
            <a:ext cx="2834640" cy="47548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612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B2C Subscriptions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691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1920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recipe/day · no card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" y="2130552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2350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₹99/mo ($2.99)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" y="2578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· all 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752" y="2788920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30083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₹799/yr ($19.99)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" y="32369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— save 32%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" y="3447288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36667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₹2,999 ($39.99)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" y="38953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— one payment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54680" y="1097280"/>
            <a:ext cx="2834640" cy="356616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097280"/>
            <a:ext cx="2834640" cy="4754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1612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Public API (B2B)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1691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1920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calls/day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130552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350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$9/mo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2578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calls/day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2788920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0083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$49/mo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32369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calls/day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3447288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6667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38953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44768" y="1097280"/>
            <a:ext cx="2834640" cy="356616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1097280"/>
            <a:ext cx="2834640" cy="475488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11612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Future Revenue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81928" y="1691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grocery lists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81928" y="1920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Brand-funded ingredient ads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81928" y="2130552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81928" y="2350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links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81928" y="2578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&amp; product links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81928" y="2788920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81928" y="30083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81928" y="32369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&amp; appliance OEMs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81928" y="3447288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81928" y="36667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partnerships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81928" y="38953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fitness apps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0800"/>
          </a:solidFill>
          <a:ln w="12700">
            <a:solidFill>
              <a:srgbClr val="140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600"/>
          </a:solidFill>
          <a:ln w="12700">
            <a:solidFill>
              <a:srgbClr val="15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macro tailwinds converging in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8686800" cy="914400"/>
          </a:xfrm>
          <a:prstGeom prst="rect">
            <a:avLst/>
          </a:prstGeom>
          <a:solidFill>
            <a:srgbClr val="220A00"/>
          </a:solidFill>
          <a:ln w="12700">
            <a:solidFill>
              <a:srgbClr val="3312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80160"/>
            <a:ext cx="54864" cy="9144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1371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 tipping point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6916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claude-opus-4-5 produces structured JSON recipes with 98%+ parse reliability. Cost per generation under $0.003. Production-scale AI meal planning simply was not economically viable 24 months ago.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377440"/>
            <a:ext cx="8686800" cy="914400"/>
          </a:xfrm>
          <a:prstGeom prst="rect">
            <a:avLst/>
          </a:prstGeom>
          <a:solidFill>
            <a:srgbClr val="220A00"/>
          </a:solidFill>
          <a:ln w="12700">
            <a:solidFill>
              <a:srgbClr val="3312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377440"/>
            <a:ext cx="54864" cy="9144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334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05840" y="2468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smartphone surge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7889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700M+ smartphone users. UPI penetration makes ₹99/mo frictionless to pay. India's food delivery market at ₹400B and growing 25% YoY creates the exact habit Jiff plugs into.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74720"/>
            <a:ext cx="8686800" cy="914400"/>
          </a:xfrm>
          <a:prstGeom prst="rect">
            <a:avLst/>
          </a:prstGeom>
          <a:solidFill>
            <a:srgbClr val="220A00"/>
          </a:solidFill>
          <a:ln w="12700">
            <a:solidFill>
              <a:srgbClr val="3312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474720"/>
            <a:ext cx="54864" cy="9144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30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05840" y="3566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home cooking shift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8862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increase in home cooking since 2020 has held. The habit is sticky. People want to cook but lack daily inspiration. Jiff solves this exactly, not a recipe app, not a meal kit — a thinking partner.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5"/>
          </a:solidFill>
          <a:ln w="12700">
            <a:solidFill>
              <a:srgbClr val="FFFA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the only app built for the full cooking journey — not just recipes.</a:t>
            </a:r>
            <a:endParaRPr lang="en-US" sz="2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051560"/>
          <a:ext cx="8814816" cy="35204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051560"/>
                <a:gridCol w="1188720"/>
                <a:gridCol w="1051560"/>
              </a:tblGrid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 Apps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Meal Kits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500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Fridge → recipes in &lt;30s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Remembers your preferences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Kids Meals (2 modes)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cuisines + 10 languages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mode (per-member diet)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 list + Blinkit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₹99/mo India 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plans (protein/loss)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C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D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64592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  ~  Partial   ✗ No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5"/>
          </a:solidFill>
          <a:ln w="12700">
            <a:solidFill>
              <a:srgbClr val="FFFA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12-month plan to ₹9L MRR and 100K monthly active users.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4592" y="1097280"/>
            <a:ext cx="2834640" cy="365760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097280"/>
            <a:ext cx="2834640" cy="5486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143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Launch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Razorpay KYC complete → live payments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" y="2359152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2441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Paid tiers active (₹99/mo India)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" y="3017520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30998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Mailchimp drip all 7 journeys live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" y="3675888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758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Google Analytics events + funnels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1097280"/>
            <a:ext cx="2834640" cy="365760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097280"/>
            <a:ext cx="2834640" cy="5486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143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100K MAU target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359152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441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Influencer + food blogger seeding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0998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Singapore launch (S$3/mo)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675888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758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Public API B2B partnerships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1097280"/>
            <a:ext cx="2834640" cy="3657600"/>
          </a:xfrm>
          <a:prstGeom prst="rect">
            <a:avLst/>
          </a:prstGeom>
          <a:solidFill>
            <a:srgbClr val="FFF7F2"/>
          </a:solidFill>
          <a:ln w="6350">
            <a:solidFill>
              <a:srgbClr val="EE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44768" y="1097280"/>
            <a:ext cx="2834640" cy="54864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1143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81928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81928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1M MAU target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81928" y="2359152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2441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Android app (React Native)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81928" y="3017520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30998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FMCG brand partnerships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81928" y="3675888"/>
            <a:ext cx="2560320" cy="0"/>
          </a:xfrm>
          <a:prstGeom prst="line">
            <a:avLst/>
          </a:prstGeom>
          <a:noFill/>
          <a:ln w="6350">
            <a:solidFill>
              <a:srgbClr val="EEDD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1928" y="3758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Series A preparation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0800"/>
          </a:solidFill>
          <a:ln w="12700">
            <a:solidFill>
              <a:srgbClr val="140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0400"/>
          </a:solidFill>
          <a:ln w="12700">
            <a:solidFill>
              <a:srgbClr val="120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₹1.5 Crore (~$180K) Seed Round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100K MAU and ₹9L MRR within 12 months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85800"/>
          </a:xfrm>
          <a:prstGeom prst="rect">
            <a:avLst/>
          </a:prstGeom>
          <a:solidFill>
            <a:srgbClr val="1E0800"/>
          </a:solidFill>
          <a:ln w="12700">
            <a:solidFill>
              <a:srgbClr val="2D1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1581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Growth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1856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1800" y="167335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seeding, food blogger partnerships, paid acquisition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13432"/>
            <a:ext cx="8595360" cy="685800"/>
          </a:xfrm>
          <a:prstGeom prst="rect">
            <a:avLst/>
          </a:prstGeom>
          <a:solidFill>
            <a:srgbClr val="1E0800"/>
          </a:solidFill>
          <a:ln w="12700">
            <a:solidFill>
              <a:srgbClr val="2D1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13432"/>
            <a:ext cx="54864" cy="6858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963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23865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26609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71800" y="247802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to accelerate product roadmap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118104"/>
            <a:ext cx="8595360" cy="685800"/>
          </a:xfrm>
          <a:prstGeom prst="rect">
            <a:avLst/>
          </a:prstGeom>
          <a:solidFill>
            <a:srgbClr val="1E0800"/>
          </a:solidFill>
          <a:ln w="12700">
            <a:solidFill>
              <a:srgbClr val="2D1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18104"/>
            <a:ext cx="54864" cy="6858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0098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17320" y="3191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34655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71800" y="3282696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compliance, Singapore entity setup, infrastructure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22776"/>
            <a:ext cx="8595360" cy="685800"/>
          </a:xfrm>
          <a:prstGeom prst="rect">
            <a:avLst/>
          </a:prstGeom>
          <a:solidFill>
            <a:srgbClr val="1E0800"/>
          </a:solidFill>
          <a:ln w="12700">
            <a:solidFill>
              <a:srgbClr val="2D1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22776"/>
            <a:ext cx="54864" cy="6858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0565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17320" y="3995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42702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71800" y="408736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 buffer for pivot or extended runway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0800"/>
          </a:solidFill>
          <a:ln w="12700">
            <a:solidFill>
              <a:srgbClr val="140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⚡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" y="1783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Meals in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Jiff.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8288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fridge. Every cuisine. Every language.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0" y="1280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us talk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206240" y="19659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Live 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9659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jiff-ecru.vercel.app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2560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Contact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2560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hello@jiff.app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3154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LinkedIn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3154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/company/jiff-ai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3749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WhatsApp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37490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— on request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4114800"/>
            <a:ext cx="4572000" cy="548640"/>
          </a:xfrm>
          <a:prstGeom prst="rect">
            <a:avLst/>
          </a:prstGeom>
          <a:solidFill>
            <a:srgbClr val="1A0400"/>
          </a:solidFill>
          <a:ln w="12700">
            <a:solidFill>
              <a:srgbClr val="2A0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investor use only ·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Jiff — Investor Deck</dc:title>
  <dc:subject>PptxGenJS Presentation</dc:subject>
  <dc:creator>Jiff</dc:creator>
  <cp:lastModifiedBy>Jiff</cp:lastModifiedBy>
  <cp:revision>1</cp:revision>
  <dcterms:created xsi:type="dcterms:W3CDTF">2026-03-31T15:36:11Z</dcterms:created>
  <dcterms:modified xsi:type="dcterms:W3CDTF">2026-03-31T15:36:11Z</dcterms:modified>
</cp:coreProperties>
</file>