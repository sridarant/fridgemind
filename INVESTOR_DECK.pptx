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0A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0A0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F4500"/>
          </a:solidFill>
          <a:ln/>
        </p:spPr>
      </p:sp>
      <p:sp>
        <p:nvSpPr>
          <p:cNvPr id="4" name="Text 2"/>
          <p:cNvSpPr/>
          <p:nvPr/>
        </p:nvSpPr>
        <p:spPr>
          <a:xfrm>
            <a:off x="1097280" y="109728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200" dirty="0">
                <a:solidFill>
                  <a:srgbClr val="000000"/>
                </a:solidFill>
              </a:rPr>
              <a:t>⚡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1097280" y="2011680"/>
            <a:ext cx="5486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Jiff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1097280" y="29260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Meals in a Jiff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09728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Seed — March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858000" y="4389120"/>
            <a:ext cx="2103120" cy="548640"/>
          </a:xfrm>
          <a:prstGeom prst="rect">
            <a:avLst>
              <a:gd name="adj" fmla="val 13333"/>
            </a:avLst>
          </a:prstGeom>
          <a:solidFill>
            <a:srgbClr val="FF4500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0" y="438912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F450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C0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Problem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365760" y="1097280"/>
            <a:ext cx="25603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097280"/>
            <a:ext cx="2560320" cy="54864"/>
          </a:xfrm>
          <a:prstGeom prst="rect">
            <a:avLst/>
          </a:prstGeom>
          <a:solidFill>
            <a:srgbClr val="FF4500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128016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❓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02920" y="20116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0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fatigue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02920" y="2514600"/>
            <a:ext cx="22860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decide what to eat 3–5 times a day — that's 1,000+ decisions per year.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00400" y="1097280"/>
            <a:ext cx="25603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00400" y="1097280"/>
            <a:ext cx="2560320" cy="54864"/>
          </a:xfrm>
          <a:prstGeom prst="rect">
            <a:avLst/>
          </a:prstGeom>
          <a:solidFill>
            <a:srgbClr val="FF4500"/>
          </a:solidFill>
          <a:ln/>
        </p:spPr>
      </p:sp>
      <p:sp>
        <p:nvSpPr>
          <p:cNvPr id="11" name="Text 9"/>
          <p:cNvSpPr/>
          <p:nvPr/>
        </p:nvSpPr>
        <p:spPr>
          <a:xfrm>
            <a:off x="3200400" y="128016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🗑️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3337560" y="20116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0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 waste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337560" y="2514600"/>
            <a:ext cx="22860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Households waste 30% of food bought. Ingredients expire unused in the fridge.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035040" y="1097280"/>
            <a:ext cx="25603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035040" y="1097280"/>
            <a:ext cx="2560320" cy="54864"/>
          </a:xfrm>
          <a:prstGeom prst="rect">
            <a:avLst/>
          </a:prstGeom>
          <a:solidFill>
            <a:srgbClr val="FF4500"/>
          </a:solidFill>
          <a:ln/>
        </p:spPr>
      </p:sp>
      <p:sp>
        <p:nvSpPr>
          <p:cNvPr id="16" name="Text 14"/>
          <p:cNvSpPr/>
          <p:nvPr/>
        </p:nvSpPr>
        <p:spPr>
          <a:xfrm>
            <a:off x="6035040" y="128016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💸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6172200" y="20116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0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Unnecessary delivery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172200" y="2514600"/>
            <a:ext cx="22860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order delivery because they "don't know what to make" — not because they lack food.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7200" y="4480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F4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"What should I cook tonight?" — asked 3.4 billion times daily.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C0A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F450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Solution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Tell Jiff what's in your fridge. Get 5 real recipes in 10 seconds.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65760" y="1645920"/>
            <a:ext cx="2560320" cy="31089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78308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45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224028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🥕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502920" y="29260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ingredients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02920" y="333756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autocomplete with 200+ common items. Or just snap a fridge photo.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00400" y="1645920"/>
            <a:ext cx="2560320" cy="31089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1" name="Text 9"/>
          <p:cNvSpPr/>
          <p:nvPr/>
        </p:nvSpPr>
        <p:spPr>
          <a:xfrm>
            <a:off x="3337560" y="178308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45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3337560" y="224028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⚡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3337560" y="29260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Jiff generates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337560" y="333756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builds 5 full recipes matching your time, diet, cuisine preference and skill level.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035040" y="1645920"/>
            <a:ext cx="2560320" cy="31089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6" name="Text 14"/>
          <p:cNvSpPr/>
          <p:nvPr/>
        </p:nvSpPr>
        <p:spPr>
          <a:xfrm>
            <a:off x="6172200" y="178308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45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6172200" y="224028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🍳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6172200" y="29260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 with ease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172200" y="333756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timers, serving scaler, nutrition info, and grocery list for what you're missing.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F450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C0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Product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365760" y="1097280"/>
            <a:ext cx="4114800" cy="56692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02920" y="1115568"/>
            <a:ext cx="38404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0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5 AI recipes in 10 seconds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783080"/>
            <a:ext cx="4114800" cy="56692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02920" y="1801368"/>
            <a:ext cx="38404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0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📸 Fridge photo ingredient scan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2468880"/>
            <a:ext cx="4114800" cy="56692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02920" y="2487168"/>
            <a:ext cx="38404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0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⏱️ Tap-to-start step timers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65760" y="3154680"/>
            <a:ext cx="4114800" cy="56692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3172968"/>
            <a:ext cx="38404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0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⚖️ Serving scaler (1–20 people)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3840480"/>
            <a:ext cx="4114800" cy="56692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02920" y="3858768"/>
            <a:ext cx="38404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0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📅 7-day meal planner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754880" y="1097280"/>
            <a:ext cx="4114800" cy="56692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892040" y="1115568"/>
            <a:ext cx="38404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0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Goal-based plans (Weight loss, Muscle gain…)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754880" y="1783080"/>
            <a:ext cx="4114800" cy="56692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892040" y="1801368"/>
            <a:ext cx="38404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0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🛒 Grocery list + Blinkit integration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754880" y="2468880"/>
            <a:ext cx="4114800" cy="56692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92040" y="2487168"/>
            <a:ext cx="38404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0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🌍 10 languages incl. 7 Indian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754880" y="3154680"/>
            <a:ext cx="4114800" cy="56692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892040" y="3172968"/>
            <a:ext cx="38404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0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🌦️ Weather-aware recipe suggestions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754880" y="3840480"/>
            <a:ext cx="4114800" cy="56692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892040" y="3858768"/>
            <a:ext cx="38404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0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📱 Installable PWA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C0A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F450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Market Opportunity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2560320" cy="27432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1188720"/>
            <a:ext cx="2560320" cy="54864"/>
          </a:xfrm>
          <a:prstGeom prst="rect">
            <a:avLst/>
          </a:prstGeom>
          <a:solidFill>
            <a:srgbClr val="FF4500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37160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45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TAM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182880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$42B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457200" y="265176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recipe app market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00400" y="1188720"/>
            <a:ext cx="2560320" cy="27432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0" name="Shape 8"/>
          <p:cNvSpPr/>
          <p:nvPr/>
        </p:nvSpPr>
        <p:spPr>
          <a:xfrm>
            <a:off x="3200400" y="1188720"/>
            <a:ext cx="256032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1" name="Text 9"/>
          <p:cNvSpPr/>
          <p:nvPr/>
        </p:nvSpPr>
        <p:spPr>
          <a:xfrm>
            <a:off x="3291840" y="137160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291840" y="182880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$8.4B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3291840" y="265176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+ SG food tech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035040" y="1188720"/>
            <a:ext cx="2560320" cy="27432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5" name="Shape 13"/>
          <p:cNvSpPr/>
          <p:nvPr/>
        </p:nvSpPr>
        <p:spPr>
          <a:xfrm>
            <a:off x="6035040" y="1188720"/>
            <a:ext cx="256032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6" name="Text 14"/>
          <p:cNvSpPr/>
          <p:nvPr/>
        </p:nvSpPr>
        <p:spPr>
          <a:xfrm>
            <a:off x="6126480" y="137160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0B98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SOM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6126480" y="182880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$180M</a:t>
            </a:r>
            <a:endParaRPr lang="en-US" sz="4000" dirty="0"/>
          </a:p>
        </p:txBody>
      </p:sp>
      <p:sp>
        <p:nvSpPr>
          <p:cNvPr id="18" name="Text 16"/>
          <p:cNvSpPr/>
          <p:nvPr/>
        </p:nvSpPr>
        <p:spPr>
          <a:xfrm>
            <a:off x="6126480" y="265176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meal planning ’26–28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42062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India: 1.4B people, 75% smartphone penetration, ₹400B food delivery market growing 25% YoY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F450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C0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Traction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365760" y="1097280"/>
            <a:ext cx="192024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097280"/>
            <a:ext cx="1920240" cy="54864"/>
          </a:xfrm>
          <a:prstGeom prst="rect">
            <a:avLst/>
          </a:prstGeom>
          <a:solidFill>
            <a:srgbClr val="FF4500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234440"/>
            <a:ext cx="1737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45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v16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457200" y="187452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0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version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224028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in 90 days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514600" y="1097280"/>
            <a:ext cx="192024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97280"/>
            <a:ext cx="1920240" cy="54864"/>
          </a:xfrm>
          <a:prstGeom prst="rect">
            <a:avLst/>
          </a:prstGeom>
          <a:solidFill>
            <a:srgbClr val="FF4500"/>
          </a:solidFill>
          <a:ln/>
        </p:spPr>
      </p:sp>
      <p:sp>
        <p:nvSpPr>
          <p:cNvPr id="11" name="Text 9"/>
          <p:cNvSpPr/>
          <p:nvPr/>
        </p:nvSpPr>
        <p:spPr>
          <a:xfrm>
            <a:off x="2606040" y="1234440"/>
            <a:ext cx="1737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45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18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2606040" y="187452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0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E2E tests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606040" y="224028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passing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63440" y="1097280"/>
            <a:ext cx="192024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663440" y="1097280"/>
            <a:ext cx="1920240" cy="54864"/>
          </a:xfrm>
          <a:prstGeom prst="rect">
            <a:avLst/>
          </a:prstGeom>
          <a:solidFill>
            <a:srgbClr val="FF4500"/>
          </a:solidFill>
          <a:ln/>
        </p:spPr>
      </p:sp>
      <p:sp>
        <p:nvSpPr>
          <p:cNvPr id="16" name="Text 14"/>
          <p:cNvSpPr/>
          <p:nvPr/>
        </p:nvSpPr>
        <p:spPr>
          <a:xfrm>
            <a:off x="4754880" y="1234440"/>
            <a:ext cx="1737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45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4754880" y="187452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0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754880" y="224028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Indian + 3 global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812280" y="1097280"/>
            <a:ext cx="192024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812280" y="1097280"/>
            <a:ext cx="1920240" cy="54864"/>
          </a:xfrm>
          <a:prstGeom prst="rect">
            <a:avLst/>
          </a:prstGeom>
          <a:solidFill>
            <a:srgbClr val="FF4500"/>
          </a:solidFill>
          <a:ln/>
        </p:spPr>
      </p:sp>
      <p:sp>
        <p:nvSpPr>
          <p:cNvPr id="21" name="Text 19"/>
          <p:cNvSpPr/>
          <p:nvPr/>
        </p:nvSpPr>
        <p:spPr>
          <a:xfrm>
            <a:off x="6903720" y="1234440"/>
            <a:ext cx="1737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45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22</a:t>
            </a:r>
            <a:endParaRPr lang="en-US" sz="3600" dirty="0"/>
          </a:p>
        </p:txBody>
      </p:sp>
      <p:sp>
        <p:nvSpPr>
          <p:cNvPr id="22" name="Text 20"/>
          <p:cNvSpPr/>
          <p:nvPr/>
        </p:nvSpPr>
        <p:spPr>
          <a:xfrm>
            <a:off x="6903720" y="187452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0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shipped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903720" y="224028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release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760" y="2926080"/>
            <a:ext cx="8412480" cy="3291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2926080"/>
            <a:ext cx="8229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0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Live at jiff-ecru.vercel.app — deployable to custom domain immediately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365760" y="3310128"/>
            <a:ext cx="8412480" cy="329184"/>
          </a:xfrm>
          <a:prstGeom prst="rect">
            <a:avLst/>
          </a:prstGeom>
          <a:solidFill>
            <a:srgbClr val="F8F4F1"/>
          </a:solidFill>
          <a:ln/>
        </p:spPr>
      </p:sp>
      <p:sp>
        <p:nvSpPr>
          <p:cNvPr id="27" name="Text 25"/>
          <p:cNvSpPr/>
          <p:nvPr/>
        </p:nvSpPr>
        <p:spPr>
          <a:xfrm>
            <a:off x="457200" y="3310128"/>
            <a:ext cx="8229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0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Complete Supabase auth, cloud sync, meal history, feedback systems built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65760" y="3694176"/>
            <a:ext cx="8412480" cy="3291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3694176"/>
            <a:ext cx="8229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0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Razorpay payment integration built — awaiting KYC completion to go live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365760" y="4078224"/>
            <a:ext cx="8412480" cy="329184"/>
          </a:xfrm>
          <a:prstGeom prst="rect">
            <a:avLst/>
          </a:prstGeom>
          <a:solidFill>
            <a:srgbClr val="F8F4F1"/>
          </a:solidFill>
          <a:ln/>
        </p:spPr>
      </p:sp>
      <p:sp>
        <p:nvSpPr>
          <p:cNvPr id="31" name="Text 29"/>
          <p:cNvSpPr/>
          <p:nvPr/>
        </p:nvSpPr>
        <p:spPr>
          <a:xfrm>
            <a:off x="457200" y="4078224"/>
            <a:ext cx="8229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0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Mailchimp 3-email drip sequence ready — connects with one env variable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365760" y="4462272"/>
            <a:ext cx="8412480" cy="3291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3" name="Text 31"/>
          <p:cNvSpPr/>
          <p:nvPr/>
        </p:nvSpPr>
        <p:spPr>
          <a:xfrm>
            <a:off x="457200" y="4462272"/>
            <a:ext cx="8229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0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Public API with key auth and rate limiting — ready for B2B partnerships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C0A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F450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Business Model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365760" y="1097280"/>
            <a:ext cx="2560320" cy="374904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1097280"/>
            <a:ext cx="2560320" cy="54864"/>
          </a:xfrm>
          <a:prstGeom prst="rect">
            <a:avLst/>
          </a:prstGeom>
          <a:solidFill>
            <a:srgbClr val="FF4500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2344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💳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169164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B2C Subscriptions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176272"/>
            <a:ext cx="2377440" cy="384048"/>
          </a:xfrm>
          <a:prstGeom prst="rect">
            <a:avLst/>
          </a:prstGeom>
          <a:solidFill>
            <a:srgbClr val="263248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2176272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— 1 preview recipe/day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2633472"/>
            <a:ext cx="2377440" cy="384048"/>
          </a:xfrm>
          <a:prstGeom prst="rect">
            <a:avLst/>
          </a:prstGeom>
          <a:solidFill>
            <a:srgbClr val="263248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633472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₹99 / $2.99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3090672"/>
            <a:ext cx="2377440" cy="384048"/>
          </a:xfrm>
          <a:prstGeom prst="rect">
            <a:avLst/>
          </a:prstGeom>
          <a:solidFill>
            <a:srgbClr val="263248"/>
          </a:solidFill>
          <a:ln/>
        </p:spPr>
      </p:sp>
      <p:sp>
        <p:nvSpPr>
          <p:cNvPr id="13" name="Text 11"/>
          <p:cNvSpPr/>
          <p:nvPr/>
        </p:nvSpPr>
        <p:spPr>
          <a:xfrm>
            <a:off x="502920" y="3090672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₹799 / $19.99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3547872"/>
            <a:ext cx="2377440" cy="384048"/>
          </a:xfrm>
          <a:prstGeom prst="rect">
            <a:avLst/>
          </a:prstGeom>
          <a:solidFill>
            <a:srgbClr val="263248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3547872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Lifetime ₹2,999 / $39.99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200400" y="1097280"/>
            <a:ext cx="2560320" cy="374904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7" name="Shape 15"/>
          <p:cNvSpPr/>
          <p:nvPr/>
        </p:nvSpPr>
        <p:spPr>
          <a:xfrm>
            <a:off x="3200400" y="1097280"/>
            <a:ext cx="256032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8" name="Text 16"/>
          <p:cNvSpPr/>
          <p:nvPr/>
        </p:nvSpPr>
        <p:spPr>
          <a:xfrm>
            <a:off x="3291840" y="12344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🔌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3291840" y="169164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API (B2B)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291840" y="2176272"/>
            <a:ext cx="2377440" cy="384048"/>
          </a:xfrm>
          <a:prstGeom prst="rect">
            <a:avLst/>
          </a:prstGeom>
          <a:solidFill>
            <a:srgbClr val="263248"/>
          </a:solidFill>
          <a:ln/>
        </p:spPr>
      </p:sp>
      <p:sp>
        <p:nvSpPr>
          <p:cNvPr id="21" name="Text 19"/>
          <p:cNvSpPr/>
          <p:nvPr/>
        </p:nvSpPr>
        <p:spPr>
          <a:xfrm>
            <a:off x="3337560" y="2176272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— 10 calls/day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291840" y="2633472"/>
            <a:ext cx="2377440" cy="384048"/>
          </a:xfrm>
          <a:prstGeom prst="rect">
            <a:avLst/>
          </a:prstGeom>
          <a:solidFill>
            <a:srgbClr val="263248"/>
          </a:solidFill>
          <a:ln/>
        </p:spPr>
      </p:sp>
      <p:sp>
        <p:nvSpPr>
          <p:cNvPr id="23" name="Text 21"/>
          <p:cNvSpPr/>
          <p:nvPr/>
        </p:nvSpPr>
        <p:spPr>
          <a:xfrm>
            <a:off x="3337560" y="2633472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Starter — 500/day @ $9/mo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291840" y="3090672"/>
            <a:ext cx="2377440" cy="384048"/>
          </a:xfrm>
          <a:prstGeom prst="rect">
            <a:avLst/>
          </a:prstGeom>
          <a:solidFill>
            <a:srgbClr val="263248"/>
          </a:solidFill>
          <a:ln/>
        </p:spPr>
      </p:sp>
      <p:sp>
        <p:nvSpPr>
          <p:cNvPr id="25" name="Text 23"/>
          <p:cNvSpPr/>
          <p:nvPr/>
        </p:nvSpPr>
        <p:spPr>
          <a:xfrm>
            <a:off x="3337560" y="3090672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 — 5,000/day @ $49/mo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291840" y="3547872"/>
            <a:ext cx="2377440" cy="384048"/>
          </a:xfrm>
          <a:prstGeom prst="rect">
            <a:avLst/>
          </a:prstGeom>
          <a:solidFill>
            <a:srgbClr val="263248"/>
          </a:solidFill>
          <a:ln/>
        </p:spPr>
      </p:sp>
      <p:sp>
        <p:nvSpPr>
          <p:cNvPr id="27" name="Text 25"/>
          <p:cNvSpPr/>
          <p:nvPr/>
        </p:nvSpPr>
        <p:spPr>
          <a:xfrm>
            <a:off x="3337560" y="3547872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— custom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035040" y="1097280"/>
            <a:ext cx="2560320" cy="374904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9" name="Shape 27"/>
          <p:cNvSpPr/>
          <p:nvPr/>
        </p:nvSpPr>
        <p:spPr>
          <a:xfrm>
            <a:off x="6035040" y="1097280"/>
            <a:ext cx="256032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0" y="12344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📦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6126480" y="169164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Streams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6126480" y="2176272"/>
            <a:ext cx="2377440" cy="384048"/>
          </a:xfrm>
          <a:prstGeom prst="rect">
            <a:avLst/>
          </a:prstGeom>
          <a:solidFill>
            <a:srgbClr val="263248"/>
          </a:solidFill>
          <a:ln/>
        </p:spPr>
      </p:sp>
      <p:sp>
        <p:nvSpPr>
          <p:cNvPr id="33" name="Text 31"/>
          <p:cNvSpPr/>
          <p:nvPr/>
        </p:nvSpPr>
        <p:spPr>
          <a:xfrm>
            <a:off x="6172200" y="2176272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Sponsored grocery lists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126480" y="2633472"/>
            <a:ext cx="2377440" cy="384048"/>
          </a:xfrm>
          <a:prstGeom prst="rect">
            <a:avLst/>
          </a:prstGeom>
          <a:solidFill>
            <a:srgbClr val="263248"/>
          </a:solidFill>
          <a:ln/>
        </p:spPr>
      </p:sp>
      <p:sp>
        <p:nvSpPr>
          <p:cNvPr id="35" name="Text 33"/>
          <p:cNvSpPr/>
          <p:nvPr/>
        </p:nvSpPr>
        <p:spPr>
          <a:xfrm>
            <a:off x="6172200" y="2633472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Affiliate product links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126480" y="3090672"/>
            <a:ext cx="2377440" cy="384048"/>
          </a:xfrm>
          <a:prstGeom prst="rect">
            <a:avLst/>
          </a:prstGeom>
          <a:solidFill>
            <a:srgbClr val="263248"/>
          </a:solidFill>
          <a:ln/>
        </p:spPr>
      </p:sp>
      <p:sp>
        <p:nvSpPr>
          <p:cNvPr id="37" name="Text 35"/>
          <p:cNvSpPr/>
          <p:nvPr/>
        </p:nvSpPr>
        <p:spPr>
          <a:xfrm>
            <a:off x="6172200" y="3090672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White-label for FMCG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126480" y="3547872"/>
            <a:ext cx="2377440" cy="384048"/>
          </a:xfrm>
          <a:prstGeom prst="rect">
            <a:avLst/>
          </a:prstGeom>
          <a:solidFill>
            <a:srgbClr val="263248"/>
          </a:solidFill>
          <a:ln/>
        </p:spPr>
      </p:sp>
      <p:sp>
        <p:nvSpPr>
          <p:cNvPr id="39" name="Text 37"/>
          <p:cNvSpPr/>
          <p:nvPr/>
        </p:nvSpPr>
        <p:spPr>
          <a:xfrm>
            <a:off x="6172200" y="3547872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plan partnerships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F450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C0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Now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4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macro tailwinds converging in 2026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65760" y="1371600"/>
            <a:ext cx="841248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1389888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🤖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371600" y="14173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0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capability tipping point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371600" y="173736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claude-opus-4-5 produces structured JSON recipes with 98%+ parse success. Cost per generation &lt; $0.003. This wasn't possible at production scale 2 years ago.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57200" y="2578608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📱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1371600" y="2606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0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smartphone surge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371600" y="29260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700M+ Indians now have smartphones with food delivery expectations. UPI penetration makes micro-subscription (₹99/mo) frictionless to pay.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65760" y="3749040"/>
            <a:ext cx="841248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57200" y="3767328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🌍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1371600" y="3794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0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Post-pandemic cooking habits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371600" y="41148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 increase in home cooking since 2020 has held. People want to cook but lack inspiration. The habit is sticky; the app solves the daily inspiration gap.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C0A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F450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Competitive Advantage</a:t>
            </a:r>
            <a:endParaRPr lang="en-US" sz="3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05840"/>
          <a:ext cx="841248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463040"/>
                <a:gridCol w="1463040"/>
                <a:gridCol w="146304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45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Jiff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45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ChatGPT/Claude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Recipe Apps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Meal Kit Apps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Fridge → recipes in &lt;30s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59E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∘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53E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53E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Remembers your preferences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53E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59E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∘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Step timers + serving scaler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53E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59E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∘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53E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Indian sub-cuisines + languages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53E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✘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53E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53E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Grocery list + Blinkit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53E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59E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∘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Fridge photo → recipes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53E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✘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53E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53E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₹99/mo India pricing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53E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53E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53E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= Yes   ∘ = Partial   ✗ = No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F450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C0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Roadmap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365760" y="1051560"/>
            <a:ext cx="2651760" cy="3840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051560"/>
            <a:ext cx="2651760" cy="457200"/>
          </a:xfrm>
          <a:prstGeom prst="rect">
            <a:avLst/>
          </a:prstGeom>
          <a:solidFill>
            <a:srgbClr val="FF4500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69848"/>
            <a:ext cx="2468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2026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252728"/>
            <a:ext cx="2468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launch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02920" y="1664208"/>
            <a:ext cx="256032" cy="256032"/>
          </a:xfrm>
          <a:prstGeom prst="rect">
            <a:avLst/>
          </a:prstGeom>
          <a:solidFill>
            <a:srgbClr val="FF4500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1645920"/>
            <a:ext cx="2057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0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Razorpay KYC complete → live payments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2350008"/>
            <a:ext cx="256032" cy="256032"/>
          </a:xfrm>
          <a:prstGeom prst="rect">
            <a:avLst/>
          </a:prstGeom>
          <a:solidFill>
            <a:srgbClr val="FF4500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2331720"/>
            <a:ext cx="2057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0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paid tiers India (₹99/mo)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" y="3035808"/>
            <a:ext cx="256032" cy="256032"/>
          </a:xfrm>
          <a:prstGeom prst="rect">
            <a:avLst/>
          </a:prstGeom>
          <a:solidFill>
            <a:srgbClr val="FF4500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3017520"/>
            <a:ext cx="2057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0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 launch (S$3/mo)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02920" y="3721608"/>
            <a:ext cx="256032" cy="256032"/>
          </a:xfrm>
          <a:prstGeom prst="rect">
            <a:avLst/>
          </a:prstGeom>
          <a:solidFill>
            <a:srgbClr val="FF4500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3703320"/>
            <a:ext cx="2057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0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Mailchimp drip live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246120" y="1051560"/>
            <a:ext cx="2651760" cy="3840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246120" y="1051560"/>
            <a:ext cx="2651760" cy="4572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8" name="Text 16"/>
          <p:cNvSpPr/>
          <p:nvPr/>
        </p:nvSpPr>
        <p:spPr>
          <a:xfrm>
            <a:off x="3337560" y="1069848"/>
            <a:ext cx="2468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2026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337560" y="1252728"/>
            <a:ext cx="2468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383280" y="1664208"/>
            <a:ext cx="256032" cy="25603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1" name="Text 19"/>
          <p:cNvSpPr/>
          <p:nvPr/>
        </p:nvSpPr>
        <p:spPr>
          <a:xfrm>
            <a:off x="3703320" y="1645920"/>
            <a:ext cx="2057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0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100K MAU target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383280" y="2350008"/>
            <a:ext cx="256032" cy="25603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3" name="Text 21"/>
          <p:cNvSpPr/>
          <p:nvPr/>
        </p:nvSpPr>
        <p:spPr>
          <a:xfrm>
            <a:off x="3703320" y="2331720"/>
            <a:ext cx="2057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0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Influencer + food blogger seeding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383280" y="3035808"/>
            <a:ext cx="256032" cy="25603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5" name="Text 23"/>
          <p:cNvSpPr/>
          <p:nvPr/>
        </p:nvSpPr>
        <p:spPr>
          <a:xfrm>
            <a:off x="3703320" y="3017520"/>
            <a:ext cx="2057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0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API B2B deals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383280" y="3721608"/>
            <a:ext cx="256032" cy="25603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7" name="Text 25"/>
          <p:cNvSpPr/>
          <p:nvPr/>
        </p:nvSpPr>
        <p:spPr>
          <a:xfrm>
            <a:off x="3703320" y="3703320"/>
            <a:ext cx="2057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0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app (React Native)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126480" y="1051560"/>
            <a:ext cx="2651760" cy="3840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126480" y="1051560"/>
            <a:ext cx="2651760" cy="4572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0" name="Text 28"/>
          <p:cNvSpPr/>
          <p:nvPr/>
        </p:nvSpPr>
        <p:spPr>
          <a:xfrm>
            <a:off x="6217920" y="1069848"/>
            <a:ext cx="2468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2026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217920" y="1252728"/>
            <a:ext cx="2468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263640" y="1664208"/>
            <a:ext cx="256032" cy="256032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3" name="Text 31"/>
          <p:cNvSpPr/>
          <p:nvPr/>
        </p:nvSpPr>
        <p:spPr>
          <a:xfrm>
            <a:off x="6583680" y="1645920"/>
            <a:ext cx="2057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0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1M MAU target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263640" y="2350008"/>
            <a:ext cx="256032" cy="256032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5" name="Text 33"/>
          <p:cNvSpPr/>
          <p:nvPr/>
        </p:nvSpPr>
        <p:spPr>
          <a:xfrm>
            <a:off x="6583680" y="2331720"/>
            <a:ext cx="2057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0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bot integration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263640" y="3035808"/>
            <a:ext cx="256032" cy="256032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7" name="Text 35"/>
          <p:cNvSpPr/>
          <p:nvPr/>
        </p:nvSpPr>
        <p:spPr>
          <a:xfrm>
            <a:off x="6583680" y="3017520"/>
            <a:ext cx="2057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0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FMCG brand partnerships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263640" y="3721608"/>
            <a:ext cx="256032" cy="256032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9" name="Text 37"/>
          <p:cNvSpPr/>
          <p:nvPr/>
        </p:nvSpPr>
        <p:spPr>
          <a:xfrm>
            <a:off x="6583680" y="3703320"/>
            <a:ext cx="2057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0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A preparation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C0A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F450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Ask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8412480" cy="13716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1005840"/>
            <a:ext cx="54864" cy="1371600"/>
          </a:xfrm>
          <a:prstGeom prst="rect">
            <a:avLst/>
          </a:prstGeom>
          <a:solidFill>
            <a:srgbClr val="FF450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09728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Raising ₹1.5 Crore (∼$180K) Seed Round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48640" y="1554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reach 100K users and ₹9L MRR within 12 months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65760" y="2606040"/>
            <a:ext cx="4023360" cy="9144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2679192"/>
            <a:ext cx="822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45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40%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457200" y="3172968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₹60L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371600" y="269748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 &amp; Growth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371600" y="3044952"/>
            <a:ext cx="2926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Influencer seeding, content, paid acquisition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663440" y="2606040"/>
            <a:ext cx="4023360" cy="9144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4" name="Text 12"/>
          <p:cNvSpPr/>
          <p:nvPr/>
        </p:nvSpPr>
        <p:spPr>
          <a:xfrm>
            <a:off x="4754880" y="2679192"/>
            <a:ext cx="822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45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30%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4754880" y="3172968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₹45L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669280" y="269748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669280" y="3044952"/>
            <a:ext cx="2926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Full-stack developer to accelerate roadmap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65760" y="3703320"/>
            <a:ext cx="4023360" cy="9144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3776472"/>
            <a:ext cx="822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45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20%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457200" y="4270248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₹30L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371600" y="379476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371600" y="4142232"/>
            <a:ext cx="2926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Legal, compliance, SG entity setup, server costs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663440" y="3703320"/>
            <a:ext cx="4023360" cy="9144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4" name="Text 22"/>
          <p:cNvSpPr/>
          <p:nvPr/>
        </p:nvSpPr>
        <p:spPr>
          <a:xfrm>
            <a:off x="4754880" y="3776472"/>
            <a:ext cx="822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45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10%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4754880" y="4270248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₹15L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669280" y="379476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669280" y="4142232"/>
            <a:ext cx="2926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Buffer for 18 months runway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C0A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F4500"/>
          </a:solidFill>
          <a:ln/>
        </p:spPr>
      </p:sp>
      <p:sp>
        <p:nvSpPr>
          <p:cNvPr id="3" name="Text 1"/>
          <p:cNvSpPr/>
          <p:nvPr/>
        </p:nvSpPr>
        <p:spPr>
          <a:xfrm>
            <a:off x="1371600" y="822960"/>
            <a:ext cx="6400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dirty="0">
                <a:solidFill>
                  <a:srgbClr val="000000"/>
                </a:solidFill>
              </a:rPr>
              <a:t>⚡</a:t>
            </a:r>
            <a:endParaRPr lang="en-US" sz="6400" dirty="0"/>
          </a:p>
        </p:txBody>
      </p:sp>
      <p:sp>
        <p:nvSpPr>
          <p:cNvPr id="4" name="Text 2"/>
          <p:cNvSpPr/>
          <p:nvPr/>
        </p:nvSpPr>
        <p:spPr>
          <a:xfrm>
            <a:off x="1371600" y="1645920"/>
            <a:ext cx="6400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Meals in a Jiff.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1371600" y="256032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fridge. Every cuisine. Every language.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2926080" y="3291840"/>
            <a:ext cx="3291840" cy="594360"/>
          </a:xfrm>
          <a:prstGeom prst="rect">
            <a:avLst/>
          </a:prstGeom>
          <a:solidFill>
            <a:srgbClr val="FF4500"/>
          </a:solidFill>
          <a:ln/>
        </p:spPr>
      </p:sp>
      <p:sp>
        <p:nvSpPr>
          <p:cNvPr id="7" name="Text 5"/>
          <p:cNvSpPr/>
          <p:nvPr/>
        </p:nvSpPr>
        <p:spPr>
          <a:xfrm>
            <a:off x="2926080" y="3291840"/>
            <a:ext cx="3291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jiff-ecru.vercel.app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42976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Confidential. For investor use only.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Jiff — Investor Pitch Deck</dc:title>
  <dc:subject>PptxGenJS Presentation</dc:subject>
  <dc:creator>Jiff</dc:creator>
  <cp:lastModifiedBy>Jiff</cp:lastModifiedBy>
  <cp:revision>1</cp:revision>
  <dcterms:created xsi:type="dcterms:W3CDTF">2026-03-26T08:21:33Z</dcterms:created>
  <dcterms:modified xsi:type="dcterms:W3CDTF">2026-03-26T08:21:33Z</dcterms:modified>
</cp:coreProperties>
</file>